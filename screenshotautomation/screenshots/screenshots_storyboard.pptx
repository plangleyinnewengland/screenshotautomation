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01_A0F1732D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58" r:id="rId9"/>
    <p:sldId id="259" r:id="rId8"/>
    <p:sldId id="260" r:id="rId7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673208-E3E0-96A8-1A25-554BC1B0C58B}" name="Stephen Rice" initials="SR" userId="S::srice@progress.com::77e96079-5c39-4a45-b562-ad74fb92e85d" providerId="AD"/>
  <p188:author id="{8BAE5A48-F49B-28B2-A6D0-43C873829152}" name="Kiran Kantheti" initials="KK" userId="S::kantheti@progress.com::cd332e2a-f8bc-46f0-bec7-1b6916dc4760" providerId="AD"/>
  <p188:author id="{F27B8249-8728-C27C-9B5E-6B08013BA857}" name="Peter Langley" initials="" userId="S::plangley@progress.com::dae27e87-71bf-4d7d-ad7e-a0ca160aae16" providerId="AD"/>
  <p188:author id="{1560F35D-82D5-3910-D1AC-415DA6D4B8E4}" name="Sam Perez" initials="SP" userId="S::sperez@progress.com::8ba9c4ee-4a24-47e0-bf9f-dc7c67e905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A39F"/>
    <a:srgbClr val="DCECFF"/>
    <a:srgbClr val="FFFFFF"/>
    <a:srgbClr val="CDFFCA"/>
    <a:srgbClr val="AAE9FF"/>
    <a:srgbClr val="1B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15F3A-0319-4C8D-B22A-F9866AD2FA90}" v="1" dt="2026-06-11T12:47:0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89" autoAdjust="0"/>
  </p:normalViewPr>
  <p:slideViewPr>
    <p:cSldViewPr snapToGrid="0">
      <p:cViewPr varScale="1">
        <p:scale>
          <a:sx n="69" d="100"/>
          <a:sy n="69" d="100"/>
        </p:scale>
        <p:origin x="2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comments/modernComment_101_A0F173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E0F5CA-61A9-4D90-85E9-52E7A6C2DC4B}" authorId="{8BAE5A48-F49B-28B2-A6D0-43C873829152}" status="resolved" created="2026-02-03T21:48:03.13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00178221" sldId="257"/>
      <ac:spMk id="6" creationId="{34FB813E-E0C5-0477-0DA0-45AA54A3D991}"/>
      <ac:txMk cp="0">
        <ac:context len="13" hash="624639545"/>
      </ac:txMk>
    </ac:txMkLst>
    <p188:replyLst>
      <p188:reply id="{2F59E1CA-D352-41DA-964B-99460AE95DDF}" authorId="{F27B8249-8728-C27C-9B5E-6B08013BA857}" created="2026-02-04T18:52:07.096">
        <p188:txBody>
          <a:bodyPr/>
          <a:lstStyle/>
          <a:p>
            <a:r>
              <a:rPr lang="en-US"/>
              <a:t>[@Kiran Kantheti] yes. Since the other one is add, I think that probably makes sense [@Stephen Rice] </a:t>
            </a:r>
          </a:p>
        </p188:txBody>
      </p188:reply>
    </p188:replyLst>
    <p188:txBody>
      <a:bodyPr/>
      <a:lstStyle/>
      <a:p>
        <a:r>
          <a:rPr lang="en-US"/>
          <a:t>Can this be user management or Manage users ?  which basically includes edit, update ,delete 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E81B8-6998-40CD-8E29-F71C2A0CC376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FEAE9-D38E-4A6E-A81F-4F2BBF254B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9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FEAE9-D38E-4A6E-A81F-4F2BBF254B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1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[Add narration for this step]\nImage path: D:\GitHub\Video Production Apps\screenshot automater\screenshotautomation\screenshots\20260616_113437_0001.png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[Add narration for this step]\nImage path: D:\GitHub\Video Production Apps\screenshot automater\screenshotautomation\screenshots\20260616_113443_0002.png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[Add narration for this step]\nImage path: D:\GitHub\Video Production Apps\screenshot automater\screenshotautomation\screenshots\20260616_113448_0003.png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[Add narration for this step]\nImage path: D:\GitHub\Video Production Apps\screenshot automater\screenshotautomation\screenshots\20260616_113452_0004.png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996E-C56F-5760-F97B-DE626A54A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78779-972B-7CDC-D315-9FE2AA0E5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60A3-A227-94E8-6A5E-28CDC730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42B72-E51C-31B5-2287-D86CE808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6E7A-39D0-07E7-079A-38C78B72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5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8F91-0B2A-A5E2-39A1-18AE64CF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5DB33-2728-FBA9-FE8F-EA9F62DC5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A357E-6A19-FCCD-693C-7020D211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47768-F41C-2680-0D7D-AA4F11BE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36F7-6C51-A53E-F3FA-E7498627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1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EFF5-79AC-3923-5E72-F902E0D3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48529-CA68-76EC-CDAF-AD68ECC9B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D38-BD01-299F-5D0B-FCC95A1C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648B7-BD06-9118-F6A1-035D79E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AD88-2067-BF17-D100-427AB671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84E9-915A-C884-0D64-8EE88627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6DCB-C38E-AAF6-C001-323CEBFE9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040B1-67C7-E2CC-0218-770619680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6A56B-5547-B026-28BF-7A47AB2A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F362-6768-48EC-9E91-102A1AC6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CEFFC-0F13-C097-7477-6B85D94B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62F1-99A0-3BD8-1E1D-EEB1FF07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F56D6-18B5-08A6-E4D9-30429AEEE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16722-0047-1F4E-1924-4CE0F2A37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51C2A-ADF0-B588-3B51-16B3F79E0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BDDAB-343A-C77C-8875-BBCF21341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0F034-4F12-962B-C70C-5158060B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9398B-E9B3-3F04-1095-7504D665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264E7-CC68-1B11-7FEE-638C5B27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17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BB55-B748-C5B2-97D2-28CC5B14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E64C5-1152-C8E2-449C-8AFCF9EB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9E273-49EB-D435-3392-BFF9D270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79E11-701E-1E1F-2E2F-31EDF1C7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CA808-1175-3630-6B2C-1F35155B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87E6-B4F9-3CF3-0109-0E1C1C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7FDAF-A14E-C1A1-F11F-F5E82469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87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0962-40E6-53A7-5F6B-D5C7176D1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05AD-45BE-F5B6-58EA-146C16A7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98119-E079-81F6-72FA-F41CE4E0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8CDF8-633B-BFF2-A346-9E06717B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72CC-12D8-AB28-7FA1-280B7813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D02B5-F7B7-6780-E2A1-F0E37A13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0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2215-F896-968D-3D9A-0071C497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8F2D4-23BE-6742-1CFE-82F0B816F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3AE8A-44D9-8709-20A5-28BEB6C30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43FEC-E7F6-36F7-7E74-C27CACC5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42CBF-7FF2-3EED-3A13-AB02D09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5D119-FF2C-8047-2711-1977D069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3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AAFE-93A5-9DF8-8E3B-28D67B84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94593-D84E-0EC9-839F-34683D57E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16CEE-92BC-4256-7C5D-F2F70730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CEC6-17EB-7D19-880F-9DEF3C3A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7C83-60B3-E800-96E4-4941FAB9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24DCE-1156-4115-67FB-63EC27A97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BAB97-6204-CB90-6996-E4D3E08C0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B514E-9D28-D126-9A2D-1B167806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77D7B-74CD-9483-2261-D82F0D2E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12FF6-1CF3-0A90-F6E0-6F177CBA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36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lid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940FE-8CAB-BB3A-3E38-B86FD6603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718873" y="3222330"/>
            <a:ext cx="6476628" cy="3643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9951F-ED4C-C940-B5BF-D5511A5CD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14" y="538163"/>
            <a:ext cx="7869894" cy="1139825"/>
          </a:xfrm>
        </p:spPr>
        <p:txBody>
          <a:bodyPr tIns="108000" anchor="t"/>
          <a:lstStyle/>
          <a:p>
            <a:r>
              <a:rPr lang="en-GB"/>
              <a:t>Simple Bullet List</a:t>
            </a:r>
            <a:endParaRPr lang="en-B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1C11C-18E9-2B2E-C6D2-D6980ACE5DE0}"/>
              </a:ext>
            </a:extLst>
          </p:cNvPr>
          <p:cNvSpPr txBox="1">
            <a:spLocks/>
          </p:cNvSpPr>
          <p:nvPr userDrawn="1"/>
        </p:nvSpPr>
        <p:spPr>
          <a:xfrm rot="10800000" flipV="1">
            <a:off x="11134726" y="6433876"/>
            <a:ext cx="334962" cy="33337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C67EBE71-DAF8-4D13-BFB5-6F24DAF3B2C2}" type="slidenum">
              <a: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/>
              <a:t>‹#›</a:t>
            </a:fld>
            <a:endParaRPr lang="en-US" sz="800" b="0" i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6CC5C6C-69CB-AE61-6504-5E2B36EAAC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313" y="1863725"/>
            <a:ext cx="7869895" cy="4365625"/>
          </a:xfrm>
        </p:spPr>
        <p:txBody>
          <a:bodyPr/>
          <a:lstStyle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97547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16E48-1A5D-0E16-1E5D-3D34881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D7FBE-2E31-0C00-6914-970A8DDF3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4123-AE8E-87B5-AAAD-A18870BBD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56F6-366D-9D7B-19EA-E900150BC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26370-FFD5-BD52-9E17-2007F3FA6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08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01_A0F1732D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75350-405C-86D9-4F85-E183B5127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453"/>
            <a:ext cx="12192001" cy="68015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77679-98D6-D199-1F54-4A7346872033}"/>
              </a:ext>
            </a:extLst>
          </p:cNvPr>
          <p:cNvSpPr txBox="1"/>
          <p:nvPr/>
        </p:nvSpPr>
        <p:spPr>
          <a:xfrm>
            <a:off x="312234" y="2107580"/>
            <a:ext cx="6055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Edit a Zoomin Page</a:t>
            </a:r>
          </a:p>
        </p:txBody>
      </p:sp>
    </p:spTree>
    <p:extLst>
      <p:ext uri="{BB962C8B-B14F-4D97-AF65-F5344CB8AC3E}">
        <p14:creationId xmlns:p14="http://schemas.microsoft.com/office/powerpoint/2010/main" val="27001782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37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43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48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52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B056BB22E604795BA2580B99007C5" ma:contentTypeVersion="23" ma:contentTypeDescription="Create a new document." ma:contentTypeScope="" ma:versionID="4f92e1607c0165d84e17bccee84858d3">
  <xsd:schema xmlns:xsd="http://www.w3.org/2001/XMLSchema" xmlns:xs="http://www.w3.org/2001/XMLSchema" xmlns:p="http://schemas.microsoft.com/office/2006/metadata/properties" xmlns:ns2="89488d50-fe7d-4960-9bc5-1034f3452e08" xmlns:ns3="7ec56bdd-2637-44d8-b0e8-e11529505b3a" targetNamespace="http://schemas.microsoft.com/office/2006/metadata/properties" ma:root="true" ma:fieldsID="c08319c6d0afabcccc88f98b38c7c441" ns2:_="" ns3:_="">
    <xsd:import namespace="89488d50-fe7d-4960-9bc5-1034f3452e08"/>
    <xsd:import namespace="7ec56bdd-2637-44d8-b0e8-e11529505b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DT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488d50-fe7d-4960-9bc5-1034f3452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LengthInSeconds" ma:index="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28caf4e-97a5-482b-b76c-1611355cdd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DTS" ma:index="21" nillable="true" ma:displayName="DTS" ma:format="DateTime" ma:indexed="true" ma:internalName="DTS">
      <xsd:simpleType>
        <xsd:restriction base="dms:DateTim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56bdd-2637-44d8-b0e8-e11529505b3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b3c852e-7bb3-47e3-8e5d-a3de0f4922f5}" ma:internalName="TaxCatchAll" ma:showField="CatchAllData" ma:web="7ec56bdd-2637-44d8-b0e8-e11529505b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c56bdd-2637-44d8-b0e8-e11529505b3a" xsi:nil="true"/>
    <DTS xmlns="89488d50-fe7d-4960-9bc5-1034f3452e08" xsi:nil="true"/>
    <lcf76f155ced4ddcb4097134ff3c332f xmlns="89488d50-fe7d-4960-9bc5-1034f3452e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584DAC1-B038-49EB-AF1D-E71B3CC75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488d50-fe7d-4960-9bc5-1034f3452e08"/>
    <ds:schemaRef ds:uri="7ec56bdd-2637-44d8-b0e8-e11529505b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C53B6D-CAFD-4FE6-A835-E796C11D78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F5232-BE6A-4EF5-858F-06DB4076415B}">
  <ds:schemaRefs>
    <ds:schemaRef ds:uri="http://schemas.microsoft.com/office/2006/documentManagement/types"/>
    <ds:schemaRef ds:uri="http://www.w3.org/XML/1998/namespace"/>
    <ds:schemaRef ds:uri="http://purl.org/dc/elements/1.1/"/>
    <ds:schemaRef ds:uri="89488d50-fe7d-4960-9bc5-1034f3452e08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ec56bdd-2637-44d8-b0e8-e11529505b3a"/>
  </ds:schemaRefs>
</ds:datastoreItem>
</file>

<file path=docMetadata/LabelInfo.xml><?xml version="1.0" encoding="utf-8"?>
<clbl:labelList xmlns:clbl="http://schemas.microsoft.com/office/2020/mipLabelMetadata">
  <clbl:label id="{db266a67-cbe0-4d26-ae1a-d0581fe03535}" enabled="0" method="" siteId="{db266a67-cbe0-4d26-ae1a-d0581fe0353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51</Words>
  <Application>Microsoft Office PowerPoint</Application>
  <PresentationFormat>Widescreen</PresentationFormat>
  <Paragraphs>18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Roboto Black</vt:lpstr>
      <vt:lpstr>Office Theme</vt:lpstr>
      <vt:lpstr>think-cell Slide</vt:lpstr>
      <vt:lpstr>PowerPoint Presentation</vt:lpstr>
      <vt:lpstr>{Bullet List}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Langley</dc:creator>
  <cp:lastModifiedBy>Peter Langley</cp:lastModifiedBy>
  <cp:revision>8</cp:revision>
  <dcterms:created xsi:type="dcterms:W3CDTF">2025-12-22T19:45:20Z</dcterms:created>
  <dcterms:modified xsi:type="dcterms:W3CDTF">2026-06-11T12:48:31Z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0x0101006CDB056BB22E604795BA2580B99007C5</vt:lpwstr>
  </property>
  <property fmtid="{D5CDD505-2E9C-101B-9397-08002B2CF9AE}" pid="3" name="MediaServiceImageTags">
    <vt:lpwstr/>
  </property>
</Properties>
</file>